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Class 10 Mathematics Chapter 5 Arithmetic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Subject: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Class: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LS1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The Pattern in the Pendulum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</a:p>
          <a:p>
            <a:r>
              <a:t>• Arithmetic Progression</a:t>
            </a:r>
          </a:p>
          <a:p>
            <a:r>
              <a:t>• Consecutive Terms</a:t>
            </a:r>
          </a:p>
          <a:p>
            <a:r>
              <a:t>• Difference of Consecutive Terms</a:t>
            </a:r>
          </a:p>
          <a:p>
            <a:r>
              <a:t>• Constant Difference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Characters observe a sequence of numbers (5, 9, 13) appearing with a rhythmic pattern, sparking curiosity about the relationship between them without any explanation.</a:t>
            </a:r>
          </a:p>
        </p:txBody>
      </p:sp>
      <p:pic>
        <p:nvPicPr>
          <p:cNvPr id="4" name="Picture 3" descr="LS1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Characters notice the sequence continues (5, 9, 13, 17) and begin to describe the relationship between consecutive terms in plain language, focusing on the consistent increase.</a:t>
            </a:r>
          </a:p>
        </p:txBody>
      </p:sp>
      <p:pic>
        <p:nvPicPr>
          <p:cNvPr id="4" name="Picture 3" descr="LS1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Leo observes the pendulum's arc now touches a new sequence of tiles (3, 7, 11, 15). The characters identify consecutive terms and note the consistent difference between them is the same as before.</a:t>
            </a:r>
          </a:p>
        </p:txBody>
      </p:sp>
      <p:pic>
        <p:nvPicPr>
          <p:cNvPr id="4" name="Picture 3" descr="LS1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The sequence halts at 15, breaking the expected pattern continuation. This introduces doubt about whether the progression is truly arithmetic or something else, prompting questioning of the 'constant difference' assumption.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INTERNSHIP\Final_Automation\Automation_prompt_json_generator\outputs\10_mathematics_arithmetic_progression\images\LS1_S4.png]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Zara systematically collects the data by recording the sequence, visually highlighting the gaps between terms. This demonstrates systematic observation—the first step in identifying an arithmetic progression before naming it.</a:t>
            </a:r>
          </a:p>
        </p:txBody>
      </p:sp>
      <p:pic>
        <p:nvPicPr>
          <p:cNvPr id="4" name="Picture 3" descr="LS1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Zara explicitly calculates the difference between consecutive terms (11-7=4, 15-11=4) and observes the constant difference. This formalizes the pattern noticed earlier, moving from observation to verification.</a:t>
            </a:r>
          </a:p>
        </p:txBody>
      </p:sp>
      <p:pic>
        <p:nvPicPr>
          <p:cNvPr id="4" name="Picture 3" descr="LS1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Leo independently validates the constant difference by checking another pair of consecutive terms (7-3=4), confirming the pattern is consistent across the entire sequence. This moves from verification to confident validation.</a:t>
            </a:r>
          </a:p>
        </p:txBody>
      </p:sp>
      <p:pic>
        <p:nvPicPr>
          <p:cNvPr id="4" name="Picture 3" descr="LS1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The scene introduces a twist: the pattern prediction (15+4=19) was correct, but the system's reaction—halting and highlighting the predicted term—creates a new problem. This reinforces that finding the constant difference allows accurate prediction, but now the environment responds to that prediction, raising the stakes.</a:t>
            </a:r>
          </a:p>
        </p:txBody>
      </p:sp>
      <p:pic>
        <p:nvPicPr>
          <p:cNvPr id="4" name="Picture 3" descr="LS1_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20"/>
            <a:ext cx="91440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Zara applies the constant difference concept to make a prediction, confirming the pattern continues. Leo's hesitation shows the tension between understanding the rule and trusting it under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INTERNSHIP\Final_Automation\Automation_prompt_json_generator\outputs\10_mathematics_arithmetic_progression\images\LS1_S9.png]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The successful application of the constant difference (adding 4) confirms the pattern, but the pendulum's continued movement escalates the puzzle—implying more terms are needed. The arithmetic progression isn't just identified; it must be followed further.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INTERNSHIP\Final_Automation\Automation_prompt_json_generator\outputs\10_mathematics_arithmetic_progression\images\LS1_S10.png]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Zara formally names the pattern as an 'arithmetic progression' and explicitly states the 'constant difference' is 4, moving from observation to definition.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INTERNSHIP\Final_Automation\Automation_prompt_json_generator\outputs\10_mathematics_arithmetic_progression\images\LS1_S11.png]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The successful application of the arithmetic progression (3, 7, 11, 15, 19, 23 with constant difference 4) directly causes the payoff—the door opening—reinforcing that pattern recognition solves real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INTERNSHIP\Final_Automation\Automation_prompt_json_generator\outputs\10_mathematics_arithmetic_progression\images\LS1_S12.png]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Reflecting on the solved puzzle reinforces the concept: In an arithmetic progression, the difference between consecutive terms is constant. This constant difference is the key to the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INTERNSHIP\Final_Automation\Automation_prompt_json_generator\outputs\10_mathematics_arithmetic_progression\images\LS1_S13.png]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Scene goal: Transitioning to a new challenge reinforces the concept: Different sequences can share the same underlying rule—each is an arithmetic progression defined by a constant difference between consecutive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[Image not found: C:\Users\gvpra\Downloads\Jushwanth\BIA INTERNSHIP\Final_Automation\Automation_prompt_json_generator\outputs\10_mathematics_arithmetic_progression\images\LS1_S14.png]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